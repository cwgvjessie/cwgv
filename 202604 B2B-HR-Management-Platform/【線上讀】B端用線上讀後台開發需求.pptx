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changesInfos/changesInfo1.xml" ContentType="application/vnd.ms-powerpoint.changesinfo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revisionInfo.xml" ContentType="application/vnd.ms-powerpoint.revision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5C085C-0DBE-40D4-9B84-BEFAED740405}" v="12" dt="2026-04-08T09:24:30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610" autoAdjust="0"/>
  </p:normalViewPr>
  <p:slideViewPr>
    <p:cSldViewPr snapToGrid="0">
      <p:cViewPr varScale="1">
        <p:scale>
          <a:sx n="55" d="100"/>
          <a:sy n="55" d="100"/>
        </p:scale>
        <p:origin x="10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1 遠見雜誌行銷部 陳琪薇" userId="7f3401ff-ee46-4094-895c-c6401503e09b" providerId="ADAL" clId="{F0727320-8448-4410-905A-B8C600A10F31}"/>
    <pc:docChg chg="undo custSel addSld delSld modSld sldOrd">
      <pc:chgData name="G1 遠見雜誌行銷部 陳琪薇" userId="7f3401ff-ee46-4094-895c-c6401503e09b" providerId="ADAL" clId="{F0727320-8448-4410-905A-B8C600A10F31}" dt="2026-04-08T09:45:17.352" v="1357" actId="1076"/>
      <pc:docMkLst>
        <pc:docMk/>
      </pc:docMkLst>
      <pc:sldChg chg="modSp mod">
        <pc:chgData name="G1 遠見雜誌行銷部 陳琪薇" userId="7f3401ff-ee46-4094-895c-c6401503e09b" providerId="ADAL" clId="{F0727320-8448-4410-905A-B8C600A10F31}" dt="2026-04-08T09:45:17.352" v="1357" actId="1076"/>
        <pc:sldMkLst>
          <pc:docMk/>
          <pc:sldMk cId="1103611578" sldId="256"/>
        </pc:sldMkLst>
        <pc:spChg chg="mod">
          <ac:chgData name="G1 遠見雜誌行銷部 陳琪薇" userId="7f3401ff-ee46-4094-895c-c6401503e09b" providerId="ADAL" clId="{F0727320-8448-4410-905A-B8C600A10F31}" dt="2026-04-08T09:45:10.206" v="1354" actId="12788"/>
          <ac:spMkLst>
            <pc:docMk/>
            <pc:sldMk cId="1103611578" sldId="256"/>
            <ac:spMk id="2" creationId="{38E59F18-EAF9-78D9-FA22-44B00E6BD9A2}"/>
          </ac:spMkLst>
        </pc:spChg>
        <pc:spChg chg="mod">
          <ac:chgData name="G1 遠見雜誌行銷部 陳琪薇" userId="7f3401ff-ee46-4094-895c-c6401503e09b" providerId="ADAL" clId="{F0727320-8448-4410-905A-B8C600A10F31}" dt="2026-04-08T09:45:17.352" v="1357" actId="1076"/>
          <ac:spMkLst>
            <pc:docMk/>
            <pc:sldMk cId="1103611578" sldId="256"/>
            <ac:spMk id="3" creationId="{69116D60-2483-20CB-73B3-13705B105A59}"/>
          </ac:spMkLst>
        </pc:spChg>
      </pc:sldChg>
      <pc:sldChg chg="addSp delSp modSp new del mod ord">
        <pc:chgData name="G1 遠見雜誌行銷部 陳琪薇" userId="7f3401ff-ee46-4094-895c-c6401503e09b" providerId="ADAL" clId="{F0727320-8448-4410-905A-B8C600A10F31}" dt="2026-04-08T06:18:02.939" v="966" actId="47"/>
        <pc:sldMkLst>
          <pc:docMk/>
          <pc:sldMk cId="1910559960" sldId="257"/>
        </pc:sldMkLst>
        <pc:spChg chg="add mod">
          <ac:chgData name="G1 遠見雜誌行銷部 陳琪薇" userId="7f3401ff-ee46-4094-895c-c6401503e09b" providerId="ADAL" clId="{F0727320-8448-4410-905A-B8C600A10F31}" dt="2026-04-08T04:02:49.815" v="941" actId="20577"/>
          <ac:spMkLst>
            <pc:docMk/>
            <pc:sldMk cId="1910559960" sldId="257"/>
            <ac:spMk id="2" creationId="{957B0D4D-19FD-47DB-3CF4-ADBE8EA011BB}"/>
          </ac:spMkLst>
        </pc:spChg>
      </pc:sldChg>
      <pc:sldChg chg="addSp delSp modSp new mod">
        <pc:chgData name="G1 遠見雜誌行銷部 陳琪薇" userId="7f3401ff-ee46-4094-895c-c6401503e09b" providerId="ADAL" clId="{F0727320-8448-4410-905A-B8C600A10F31}" dt="2026-04-08T09:12:03.799" v="1150" actId="14100"/>
        <pc:sldMkLst>
          <pc:docMk/>
          <pc:sldMk cId="1505748648" sldId="258"/>
        </pc:sldMkLst>
        <pc:spChg chg="add mod">
          <ac:chgData name="G1 遠見雜誌行銷部 陳琪薇" userId="7f3401ff-ee46-4094-895c-c6401503e09b" providerId="ADAL" clId="{F0727320-8448-4410-905A-B8C600A10F31}" dt="2026-04-08T09:11:58.464" v="1149" actId="20577"/>
          <ac:spMkLst>
            <pc:docMk/>
            <pc:sldMk cId="1505748648" sldId="258"/>
            <ac:spMk id="3" creationId="{FFF6CA1A-0E74-4928-1EE8-3AFAA5E0AD77}"/>
          </ac:spMkLst>
        </pc:spChg>
        <pc:spChg chg="add del mod">
          <ac:chgData name="G1 遠見雜誌行銷部 陳琪薇" userId="7f3401ff-ee46-4094-895c-c6401503e09b" providerId="ADAL" clId="{F0727320-8448-4410-905A-B8C600A10F31}" dt="2026-04-08T04:04:24.601" v="959" actId="478"/>
          <ac:spMkLst>
            <pc:docMk/>
            <pc:sldMk cId="1505748648" sldId="258"/>
            <ac:spMk id="8" creationId="{F22AF5C5-1B3A-DCE5-7014-58AC5F2CEA03}"/>
          </ac:spMkLst>
        </pc:spChg>
        <pc:picChg chg="add mod">
          <ac:chgData name="G1 遠見雜誌行銷部 陳琪薇" userId="7f3401ff-ee46-4094-895c-c6401503e09b" providerId="ADAL" clId="{F0727320-8448-4410-905A-B8C600A10F31}" dt="2026-03-30T08:50:09.815" v="288" actId="14100"/>
          <ac:picMkLst>
            <pc:docMk/>
            <pc:sldMk cId="1505748648" sldId="258"/>
            <ac:picMk id="5" creationId="{86D3F5AF-7C5B-4B8E-1366-B8342CAC3F65}"/>
          </ac:picMkLst>
        </pc:picChg>
        <pc:picChg chg="add mod">
          <ac:chgData name="G1 遠見雜誌行銷部 陳琪薇" userId="7f3401ff-ee46-4094-895c-c6401503e09b" providerId="ADAL" clId="{F0727320-8448-4410-905A-B8C600A10F31}" dt="2026-04-08T04:04:25.664" v="960" actId="1076"/>
          <ac:picMkLst>
            <pc:docMk/>
            <pc:sldMk cId="1505748648" sldId="258"/>
            <ac:picMk id="6" creationId="{121773A9-39A0-388D-5046-706AC403958F}"/>
          </ac:picMkLst>
        </pc:picChg>
        <pc:cxnChg chg="add mod">
          <ac:chgData name="G1 遠見雜誌行銷部 陳琪薇" userId="7f3401ff-ee46-4094-895c-c6401503e09b" providerId="ADAL" clId="{F0727320-8448-4410-905A-B8C600A10F31}" dt="2026-04-08T09:12:03.799" v="1150" actId="14100"/>
          <ac:cxnSpMkLst>
            <pc:docMk/>
            <pc:sldMk cId="1505748648" sldId="258"/>
            <ac:cxnSpMk id="10" creationId="{39F00D57-898D-9F0C-60C9-D0FA638E458E}"/>
          </ac:cxnSpMkLst>
        </pc:cxnChg>
      </pc:sldChg>
      <pc:sldChg chg="modSp add mod">
        <pc:chgData name="G1 遠見雜誌行銷部 陳琪薇" userId="7f3401ff-ee46-4094-895c-c6401503e09b" providerId="ADAL" clId="{F0727320-8448-4410-905A-B8C600A10F31}" dt="2026-04-08T09:24:39.154" v="1335" actId="20577"/>
        <pc:sldMkLst>
          <pc:docMk/>
          <pc:sldMk cId="337226724" sldId="259"/>
        </pc:sldMkLst>
        <pc:spChg chg="mod">
          <ac:chgData name="G1 遠見雜誌行銷部 陳琪薇" userId="7f3401ff-ee46-4094-895c-c6401503e09b" providerId="ADAL" clId="{F0727320-8448-4410-905A-B8C600A10F31}" dt="2026-04-08T09:24:39.154" v="1335" actId="20577"/>
          <ac:spMkLst>
            <pc:docMk/>
            <pc:sldMk cId="337226724" sldId="259"/>
            <ac:spMk id="3" creationId="{CE871716-DC3F-052E-B964-4C631F2C93F3}"/>
          </ac:spMkLst>
        </pc:spChg>
      </pc:sldChg>
      <pc:sldChg chg="addSp modSp new del mod">
        <pc:chgData name="G1 遠見雜誌行銷部 陳琪薇" userId="7f3401ff-ee46-4094-895c-c6401503e09b" providerId="ADAL" clId="{F0727320-8448-4410-905A-B8C600A10F31}" dt="2026-04-08T09:44:45.270" v="1336" actId="47"/>
        <pc:sldMkLst>
          <pc:docMk/>
          <pc:sldMk cId="798828096" sldId="260"/>
        </pc:sldMkLst>
        <pc:spChg chg="add mod">
          <ac:chgData name="G1 遠見雜誌行銷部 陳琪薇" userId="7f3401ff-ee46-4094-895c-c6401503e09b" providerId="ADAL" clId="{F0727320-8448-4410-905A-B8C600A10F31}" dt="2026-04-08T09:22:44.701" v="1310" actId="20577"/>
          <ac:spMkLst>
            <pc:docMk/>
            <pc:sldMk cId="798828096" sldId="260"/>
            <ac:spMk id="3" creationId="{8417D4F4-DEB8-8DBB-490A-5C22C7B4FB9A}"/>
          </ac:spMkLst>
        </pc:spChg>
        <pc:spChg chg="add mod">
          <ac:chgData name="G1 遠見雜誌行銷部 陳琪薇" userId="7f3401ff-ee46-4094-895c-c6401503e09b" providerId="ADAL" clId="{F0727320-8448-4410-905A-B8C600A10F31}" dt="2026-04-08T09:22:31.761" v="1264" actId="1036"/>
          <ac:spMkLst>
            <pc:docMk/>
            <pc:sldMk cId="798828096" sldId="260"/>
            <ac:spMk id="4" creationId="{2A244C43-D5C4-F14B-AA24-9D4705631024}"/>
          </ac:spMkLst>
        </pc:spChg>
        <pc:spChg chg="add mod">
          <ac:chgData name="G1 遠見雜誌行銷部 陳琪薇" userId="7f3401ff-ee46-4094-895c-c6401503e09b" providerId="ADAL" clId="{F0727320-8448-4410-905A-B8C600A10F31}" dt="2026-04-08T06:18:37.523" v="1019" actId="113"/>
          <ac:spMkLst>
            <pc:docMk/>
            <pc:sldMk cId="798828096" sldId="260"/>
            <ac:spMk id="5" creationId="{597AAE4A-2456-0842-CAF0-AA4DF66D70C2}"/>
          </ac:spMkLst>
        </pc:spChg>
        <pc:spChg chg="add mod">
          <ac:chgData name="G1 遠見雜誌行銷部 陳琪薇" userId="7f3401ff-ee46-4094-895c-c6401503e09b" providerId="ADAL" clId="{F0727320-8448-4410-905A-B8C600A10F31}" dt="2026-04-08T09:22:31.761" v="1264" actId="1036"/>
          <ac:spMkLst>
            <pc:docMk/>
            <pc:sldMk cId="798828096" sldId="260"/>
            <ac:spMk id="6" creationId="{B0FCD3A9-E6AB-C11E-4C29-71602CA5F5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1BD8A-A4D6-4A80-95D0-F948E7F9F244}" type="datetimeFigureOut">
              <a:rPr lang="zh-TW" altLang="en-US" smtClean="0"/>
              <a:t>2026/4/8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6E701-74C0-477B-AD57-3C2C8B8422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957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6E701-74C0-477B-AD57-3C2C8B8422C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661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38E967-5737-8A11-9702-7787A865D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9BD350B-C10C-F5E8-300D-45936B95F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D673C2-D225-5C68-611A-77997A97D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807E-B730-456D-8DBE-29416FB63CEF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1B78A6-BCDE-EA5E-2813-B6F07EF5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930505-CD3B-AD9A-123A-5EFC7B5C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5524-0CAD-43E4-88D2-FF6C61519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887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D61289-B3F9-4848-274E-CC229417B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675A80-9AEC-F388-A34B-68EF366B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5D24A8-84BE-3332-50CD-61E5095C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807E-B730-456D-8DBE-29416FB63CEF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E49AA0-FBB5-811B-ACB9-8DE9F6C8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B3BC8B-2CB4-2718-7AB5-C88E8CDFB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5524-0CAD-43E4-88D2-FF6C61519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7949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027E22-2470-E3DD-F51F-C68B4A57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70D9DD-5A7D-6423-DE61-0ACED2BCC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A68341-4433-2FE6-C817-B868AF56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807E-B730-456D-8DBE-29416FB63CEF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B50AA5-81FA-1E4D-75C2-72B90963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B45CE0-F4C0-9691-6657-56FDD774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5524-0CAD-43E4-88D2-FF6C61519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5289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58A855-ED24-58FC-5C4C-CFD5FFD3F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BA80C7-E0A2-86D0-32B4-00E276900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67B339-F5AC-D590-0828-E7D89BA7A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48635F-B526-9E69-4C8D-2E7CB54A5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807E-B730-456D-8DBE-29416FB63CEF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5C9A68-9615-21E5-B1C0-F705DAF9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B486F9-617B-FB5B-965F-85B2779E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5524-0CAD-43E4-88D2-FF6C61519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22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3125E8-F0CF-21F8-9B72-D7787CF2F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58E7A2-EAFE-A658-7748-969A2B5C7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9874F6-86C9-EC77-4378-EBED8AACB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862872F-C760-113A-C183-60AAA7960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1B2DC1E-7402-3FA5-3F1A-5BA96875F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6D48111-4E09-9B93-FDAE-79330122E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807E-B730-456D-8DBE-29416FB63CEF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69BAAAB-23E4-3381-D554-AE0BAD6BD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A8E61AB-B401-71B7-9679-B041DFF3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5524-0CAD-43E4-88D2-FF6C61519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579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19961A-D0A4-0F44-CD65-FB84691BC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3D28B05-EF89-FEBF-7D2E-8FFFF0693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807E-B730-456D-8DBE-29416FB63CEF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39DB1F0-2054-B8B6-F77B-1C019F093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D9C830-2CAE-5109-6481-48B394E3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5524-0CAD-43E4-88D2-FF6C61519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11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67B7217-15D1-0017-B1F4-6463BC8E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807E-B730-456D-8DBE-29416FB63CEF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07F9190-BB17-CA80-29A9-2C01CFCB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F08456-E00F-733F-2362-2A551529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5524-0CAD-43E4-88D2-FF6C61519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9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7E68B1-0371-06D8-2B72-39D7164A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91A242-94E4-A945-8D45-38FD77A74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9752678-8998-B05C-37A9-08B726677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F5269D-9FE4-13AD-B02C-01192A89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807E-B730-456D-8DBE-29416FB63CEF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739EF2-9567-2BF2-A8C1-1DC208A1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029DAB-7656-2793-4D18-05A1A2EB6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5524-0CAD-43E4-88D2-FF6C61519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364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943F73-EF28-8EDF-9100-D36469B7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B6D50BB-93FF-E994-D75F-45DA85DBBB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2836EDD-42EB-F801-6407-059658CF9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D11F009-43E3-1AC0-11BD-0973A3CE6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807E-B730-456D-8DBE-29416FB63CEF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16F1DB-DDE9-C48A-FDE7-8B6649F4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734DF4-BC64-07FB-2E79-3EB80C5D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5524-0CAD-43E4-88D2-FF6C61519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47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8AC180-A9E2-8554-89AB-68190F95C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A500493-A327-3994-629E-3DA0B1FB0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0F89DC-3F45-FE7A-AA4D-542616FD6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807E-B730-456D-8DBE-29416FB63CEF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9C2079-F874-40D8-D6B6-3687F117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4BE179-6C39-13EB-F28E-71C6B79A2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5524-0CAD-43E4-88D2-FF6C61519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43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2AAAF66-4892-AAEC-A704-5AC519037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72B5601-088D-F14E-2CED-446D34ECB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148AD1-9E45-3896-31A4-57D16E65A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807E-B730-456D-8DBE-29416FB63CEF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753A9A-A984-C8D4-13F7-F8AC0103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7BEA4C-8F83-B812-FCBC-7E110395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5524-0CAD-43E4-88D2-FF6C61519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642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CC391A7-C073-334F-700D-8E8268D9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056D9E-0AEF-887A-12A0-C8EB2DE96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96A144-B14E-ED2A-8F3B-3D7D14E58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7807E-B730-456D-8DBE-29416FB63CEF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2D9B45-5E26-4CA8-2DFF-95E9D72D5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FBA465-EC2D-F0F3-E1B0-31040FAE1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25524-0CAD-43E4-88D2-FF6C61519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24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E59F18-EAF9-78D9-FA22-44B00E6BD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7469" y="1214438"/>
            <a:ext cx="9877063" cy="2387600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線上讀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】B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端用線上讀後台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116D60-2483-20CB-73B3-13705B105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5577"/>
            <a:ext cx="9144000" cy="912089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</a:t>
            </a:r>
            <a:r>
              <a:rPr lang="zh-TW" altLang="en-US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：後台登入帳號權限？</a:t>
            </a:r>
            <a:endParaRPr lang="en-US" altLang="zh-TW" dirty="0">
              <a:solidFill>
                <a:srgbClr val="1F1F1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：希望能提供 </a:t>
            </a:r>
            <a:r>
              <a:rPr lang="en-US" altLang="zh-TW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HR </a:t>
            </a:r>
            <a:r>
              <a:rPr lang="zh-TW" altLang="en-US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自行登入瀏覽且不限制帳號數量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3611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6D3F5AF-7C5B-4B8E-1366-B8342CAC3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07861"/>
            <a:ext cx="6096000" cy="565013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FF6CA1A-0E74-4928-1EE8-3AFAA5E0AD77}"/>
              </a:ext>
            </a:extLst>
          </p:cNvPr>
          <p:cNvSpPr txBox="1"/>
          <p:nvPr/>
        </p:nvSpPr>
        <p:spPr>
          <a:xfrm>
            <a:off x="293912" y="294305"/>
            <a:ext cx="58020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 1 dashboard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欄位需求：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提供固定時間篩選：近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天、啟用至今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啟用帳號數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購買總數、累計開通率、權限到期日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文章：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 10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瀏覽文章、分類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勤學榜：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天內，累計閱讀量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 10</a:t>
            </a:r>
          </a:p>
          <a:p>
            <a:pPr marL="342900" indent="-342900">
              <a:buFont typeface="+mj-lt"/>
              <a:buAutoNum type="arabicPeriod"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21773A9-39A0-388D-5046-706AC4039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243" y="2980628"/>
            <a:ext cx="2922941" cy="3128461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39F00D57-898D-9F0C-60C9-D0FA638E458E}"/>
              </a:ext>
            </a:extLst>
          </p:cNvPr>
          <p:cNvCxnSpPr>
            <a:cxnSpLocks/>
          </p:cNvCxnSpPr>
          <p:nvPr/>
        </p:nvCxnSpPr>
        <p:spPr>
          <a:xfrm>
            <a:off x="2503714" y="1741714"/>
            <a:ext cx="0" cy="1211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748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576E-DF4A-330F-6429-A541B347B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0E92DB5-5FA7-F5E9-3B79-1747B3513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07861"/>
            <a:ext cx="6096000" cy="565013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E871716-DC3F-052E-B964-4C631F2C93F3}"/>
              </a:ext>
            </a:extLst>
          </p:cNvPr>
          <p:cNvSpPr txBox="1"/>
          <p:nvPr/>
        </p:nvSpPr>
        <p:spPr>
          <a:xfrm>
            <a:off x="402770" y="392276"/>
            <a:ext cx="51271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Phase 2 dashboard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欄位需求：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提供固定時間篩選：近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天、啟用至今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平均閱讀時間、回訪率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時間區間</a:t>
            </a:r>
            <a:r>
              <a:rPr lang="zh-TW" altLang="en-US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活躍週期（</a:t>
            </a:r>
            <a:r>
              <a:rPr lang="en-US" altLang="zh-TW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ex.</a:t>
            </a:r>
            <a:r>
              <a:rPr lang="zh-TW" altLang="en-US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週五下午</a:t>
            </a:r>
            <a:r>
              <a:rPr lang="en-US" altLang="zh-TW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r>
            <a:r>
              <a:rPr lang="zh-TW" altLang="en-US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點）</a:t>
            </a:r>
            <a:endParaRPr lang="en-US" altLang="zh-TW" dirty="0">
              <a:solidFill>
                <a:srgbClr val="1F1F1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指定文章</a:t>
            </a:r>
            <a:r>
              <a:rPr lang="en-US" altLang="zh-TW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分類閱讀</a:t>
            </a:r>
            <a:r>
              <a:rPr lang="en-US" altLang="zh-TW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&gt;&gt;&gt;</a:t>
            </a:r>
            <a:r>
              <a:rPr lang="zh-TW" altLang="en-US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可派發系統信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22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65AC7D528702D43B4947D674150EC01" ma:contentTypeVersion="19" ma:contentTypeDescription="建立新的文件。" ma:contentTypeScope="" ma:versionID="2d641c17dab4aaf15446f84ec632db5b">
  <xsd:schema xmlns:xsd="http://www.w3.org/2001/XMLSchema" xmlns:xs="http://www.w3.org/2001/XMLSchema" xmlns:p="http://schemas.microsoft.com/office/2006/metadata/properties" xmlns:ns2="e9100d1d-cfab-46f1-9ad9-583d3b6e0dd9" xmlns:ns3="f958b6de-7f3b-4d8d-8291-536880663c9b" targetNamespace="http://schemas.microsoft.com/office/2006/metadata/properties" ma:root="true" ma:fieldsID="6c5622fc0fc6b0b580a6ff875ae98dab" ns2:_="" ns3:_="">
    <xsd:import namespace="e9100d1d-cfab-46f1-9ad9-583d3b6e0dd9"/>
    <xsd:import namespace="f958b6de-7f3b-4d8d-8291-536880663c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100d1d-cfab-46f1-9ad9-583d3b6e0d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影像標籤" ma:readOnly="false" ma:fieldId="{5cf76f15-5ced-4ddc-b409-7134ff3c332f}" ma:taxonomyMulti="true" ma:sspId="5fab0e3d-fd70-4a2a-85bc-3eff8b3030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58b6de-7f3b-4d8d-8291-536880663c9b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32d8912-1ad1-4d5d-89a2-f05a7dcc8ead}" ma:internalName="TaxCatchAll" ma:showField="CatchAllData" ma:web="f958b6de-7f3b-4d8d-8291-536880663c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100d1d-cfab-46f1-9ad9-583d3b6e0dd9">
      <Terms xmlns="http://schemas.microsoft.com/office/infopath/2007/PartnerControls"/>
    </lcf76f155ced4ddcb4097134ff3c332f>
    <TaxCatchAll xmlns="f958b6de-7f3b-4d8d-8291-536880663c9b" xsi:nil="true"/>
  </documentManagement>
</p:properties>
</file>

<file path=customXml/itemProps1.xml><?xml version="1.0" encoding="utf-8"?>
<ds:datastoreItem xmlns:ds="http://schemas.openxmlformats.org/officeDocument/2006/customXml" ds:itemID="{0EE08A7E-8077-415D-A935-92D6A944A0C1}"/>
</file>

<file path=customXml/itemProps2.xml><?xml version="1.0" encoding="utf-8"?>
<ds:datastoreItem xmlns:ds="http://schemas.openxmlformats.org/officeDocument/2006/customXml" ds:itemID="{6FE92687-9B2C-42B6-AA57-DF6D62C09ED1}"/>
</file>

<file path=customXml/itemProps3.xml><?xml version="1.0" encoding="utf-8"?>
<ds:datastoreItem xmlns:ds="http://schemas.openxmlformats.org/officeDocument/2006/customXml" ds:itemID="{05A37193-860E-4DDB-985F-3C578410BF43}"/>
</file>

<file path=docProps/app.xml><?xml version="1.0" encoding="utf-8"?>
<Properties xmlns="http://schemas.openxmlformats.org/officeDocument/2006/extended-properties" xmlns:vt="http://schemas.openxmlformats.org/officeDocument/2006/docPropsVTypes">
  <TotalTime>13078</TotalTime>
  <Words>143</Words>
  <Application>Microsoft Office PowerPoint</Application>
  <PresentationFormat>寬螢幕</PresentationFormat>
  <Paragraphs>16</Paragraphs>
  <Slides>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微軟正黑體</vt:lpstr>
      <vt:lpstr>Aptos</vt:lpstr>
      <vt:lpstr>Aptos Display</vt:lpstr>
      <vt:lpstr>Arial</vt:lpstr>
      <vt:lpstr>Office 佈景主題</vt:lpstr>
      <vt:lpstr>【線上讀】B端用線上讀後台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G1 遠見雜誌行銷部 陳琪薇</dc:creator>
  <cp:lastModifiedBy>G1 遠見雜誌行銷部 陳琪薇</cp:lastModifiedBy>
  <cp:revision>1</cp:revision>
  <dcterms:created xsi:type="dcterms:W3CDTF">2026-03-30T07:47:12Z</dcterms:created>
  <dcterms:modified xsi:type="dcterms:W3CDTF">2026-04-08T09:45:19Z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0x010100865AC7D528702D43B4947D674150EC01</vt:lpwstr>
  </property>
</Properties>
</file>